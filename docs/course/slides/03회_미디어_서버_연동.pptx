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b28b985-d7aa-1c97-f24e-f8c2fb98ecb9}">
          <p14:sldIdLst>
            <p14:sldId id="256"/>
            <p14:sldId id="257"/>
          </p14:sldIdLst>
        </p14:section>
        <p14:section name="개념" id="{ce1f4eb2-2127-5867-0ce4-353a04cf1a09}">
          <p14:sldIdLst>
            <p14:sldId id="258"/>
            <p14:sldId id="259"/>
            <p14:sldId id="260"/>
            <p14:sldId id="261"/>
            <p14:sldId id="262"/>
          </p14:sldIdLst>
        </p14:section>
        <p14:section name="실습" id="{4a74ebe9-9d84-f1d9-20c4-c71498174725}">
          <p14:sldIdLst>
            <p14:sldId id="263"/>
          </p14:sldIdLst>
        </p14:section>
        <p14:section name="정리" id="{96d2f53e-79a5-5894-c0cb-a789bcc0547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영상은 직접 다루기 어렵기 때문에 검증된 미디어 서버에 맡기고, 우리는 그 서버를 제어하는 쪽을 만든다는 점을 분명히 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MediaMTX는 실행 파일 하나로 이 네 가지를 해 줍니다. 직접 만들려면 패킷, 타이밍, 코덱을 모두 다뤄야 해서 몇 달이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분담 표입니다. 마지막 줄은 8회에서 다룹니다. MediaMTX가 "이 사람 송출해도 되나요?"라고 Node에 묻는 구조를 미리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MediaMTX는 설정 파일이 바뀌면 자동으로 다시 읽습니다. 수업 중에 값을 바꿔 보고 로그를 함께 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pnpm dev가 실패하면 대부분 포트 충돌입니다. 우리 프로젝트는 시작 전에 포트를 검사해서 어떤 프로그램이 쓰는지 알려줍니다.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시연: 송출 전과 후에 curl로 /v3/paths/list를 호출해 결과가 어떻게 바뀌는지 보여주세요. MediaMTX가 꺼져 있어도 목록 API가 죽지 않도록 OFFLINE 기본값을 쓰는 점도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kick은 송출 연결 종류(webRTCSession, rtmpConn)에 따라 다른 API를 부른다는 점이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힌트: OBS는 소리를 AAC로 보내는데, WebRTC는 AAC를 재생하지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03회차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미디어 서버 연동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MediaMTX의 역할을 이해하고, 방송 상태를 API로 가져옵니다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미디어 서버가 하는 일을 설명한다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설정 파일로 경로와 포트를 정한다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방송 상태를 강의실 목록에 붙인다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미디어 서버가 하는 일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우리가 맡는 일과 MediaMTX가 맡는 일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설정 파일 읽기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제어 API로 방송 상태 가져오기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목록에 LIVE 정보 붙이기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미디어 서버가 하는 일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받기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강사의 영상을 받는다 (WHIP · RTMP)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바꾸기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시청 방식에 맞게 다시 포장한다 (LL-HLS)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나눠주기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여러 시청자에게 동시에 보낸다 (WHEP · HLS)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기록하기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원하면 파일로 녹화한다 (3단계에서 사용)</a:t>
            </a:r>
            <a:endParaRPr lang="ko-KR" altLang="en-US" sz="1400" dirty="0"/>
          </a:p>
        </p:txBody>
      </p:sp>
      <p:sp>
        <p:nvSpPr>
          <p:cNvPr id="26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7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강사는 한 번만 보내고, 미디어 서버가 시청자 수만큼 복사해 나눠준다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누가 무엇을 맡을까</a:t>
            </a:r>
            <a:endParaRPr lang="ko-KR" altLang="en-US" sz="3200" dirty="0"/>
          </a:p>
        </p:txBody>
      </p:sp>
      <p:graphicFrame>
        <p:nvGraphicFramePr>
          <p:cNvPr id="5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3776472"/>
              </a:tblGrid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MediaMTX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우리 Node 서버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영상 받기 · 보내기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맡는다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LL-HLS 변환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맡는다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강의실 만들기 · 지우기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맡는다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방송 중인지, 몇 명이 보는지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정보를 갖고 있다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물어봐서 화면에 보여준다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누가 송출해도 되는지 (8회)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물어본다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판단한다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설정 파일 읽기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강의실마다 classroom/&lt;id&gt; 경로를 쓴다. 정규식으로 그 외 경로는 거부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신호 교환 포트는 이 PC(127.0.0.1)에서만 받는다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영상(UDP)은 네트워크 주소로 받아야 Chrome이 연결한다 (5회 사례)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media/mediamtx.yml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강의실마다 classroom/&lt;id&gt; 경로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"~^classroom/[a-z0-9]+$":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record: false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WebRTC 신호 교환은 이 PC 안에서만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webrtcAddress: 127.0.0.1:8889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영상(UDP)은 네트워크 주소로 받는다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webrtcLocalUDPAddress: :8189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LL-HLS: 1초 조각, 200ms 부분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hlsVariant: lowLatency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hlsSegmentDuration: 1s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hlsPartDuration: 200ms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포트 정리</a:t>
            </a:r>
            <a:endParaRPr lang="ko-KR" altLang="en-US" sz="3200" dirty="0"/>
          </a:p>
        </p:txBody>
      </p:sp>
      <p:graphicFrame>
        <p:nvGraphicFramePr>
          <p:cNvPr id="7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788152"/>
              </a:tblGrid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포트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누가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용도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5173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Vite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웹 화면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Node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API 서버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8889 · 8189(UDP)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MediaMTX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WebRTC 신호 교환 · 영상 전송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8888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MediaMTX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LL-HLS 시청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9997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MediaMTX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제어 API (Node만 사용)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9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pnpm dev 가 실패하면 먼저 포트 충돌을 의심한다 (이전 실행이 남아 있지 않은지)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제어 API로 방송 상태 가져오기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MediaMTX에 지금 열린 경로 목록을 물어본다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ready 가 true면 송출 중, readers 는 시청 연결 목록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DB의 강의실 목록과 합쳐서 화면에 보낸다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apps/server/src/mediamtx.ts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fetch('http://127.0.0.1:9997/v3/paths/list');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body = await res.json();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p of body.items) {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p.name    → 'classroom/abc123'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p.ready   → 송출 중이면 true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p.readers → 시청 연결 목록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console.log(p.name, p.ready, p.readers.length);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강의실 목록 + 방송 상태 합치기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classrooms.map((c) =&gt; ({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...c,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live: liveByPath.get(c.mediaPath) ?? OFFLINE,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목록에 방송 상태 붙이기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curl 로 /v3/paths/list 를 호출해 본다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테스트 화면으로 송출하고 다시 호출해 비교한다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mediamtx.ts 에 liveInfoByPath 를 작성한다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목록 API 응답에 live 필드를 합친다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방송 중 강의실 삭제 시 송출을 끊는다 (kick)</a:t>
            </a:r>
            <a:endParaRPr lang="ko-KR" altLang="en-US" sz="1600" dirty="0"/>
          </a:p>
        </p:txBody>
      </p:sp>
      <p:sp>
        <p:nvSpPr>
          <p:cNvPr id="22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송출 전후로 ready 값이 바뀐다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목록 API 에 status · viewers 가 나온다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MediaMTX를 꺼도 목록 API는 동작한다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방송 중 삭제하면 송출이 끊긴다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03회차 · MediaMTX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영상 처리는 미디어 서버에, 서비스 로직은 Node에 맡긴다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설정 파일로 경로 규칙·포트·지연 방식을 정한다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제어 API로 방송 상태를 가져와 DB 정보와 합친다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강사가 한 번 보낸 영상을 여러 명이 볼 수 있는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9997 포트를 127.0.0.1에만 여는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MediaMTX가 꺼져 있을 때 목록 API는 어떻게 동작해야 할까?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(선택) OBS로 RTMP 송출해 보고, WebRTC 시청 때 소리가 안 나는 이유 조사하기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3회차 미디어 서버 연동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