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79817e8-0b94-0a11-593c-6eca2990cd66}">
          <p14:sldIdLst>
            <p14:sldId id="256"/>
            <p14:sldId id="257"/>
          </p14:sldIdLst>
        </p14:section>
        <p14:section name="개념" id="{37c779fd-a25b-ca72-564c-1b5884e1b9da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실습" id="{b000a27d-c2fb-69f3-33db-f0637758df2e}">
          <p14:sldIdLst>
            <p14:sldId id="264"/>
          </p14:sldIdLst>
        </p14:section>
        <p14:section name="정리" id="{bcaa6054-51dd-d203-a55c-0503478414d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5회에서 만든 송출 코드를 재사용하는 회차입니다. negotiate 함수가 송출과 시청에서 똑같이 쓰인다는 점이 오늘의 반전입니다.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방송을 두 방식으로 볼 수 있게 만든 이유는 직접 비교해 보기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LL-HLS는 1초 조각을 다시 200ms 부분으로 나눠, 조각이 다 만들어지기 전에 먼저 보내서 지연을 줄입니다. 브라우저 Network 탭에서 m3u8과 조각 요청이 반복되는 것을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5회 코드와 나란히 띄워서 sendonly ↔ recvonly 만 다르다는 것을 보여주세요. 좋은 추상화의 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fatal이 아닌 오류는 hls.js가 스스로 복구합니다. fatal일 때만 정리하고 다시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숫자는 이 프로젝트를 만들며 테스트 화면의 시계로 직접 잰 값입니다. 수강생들의 측정값과 비교해 보세요. 같은 PC 안이라 실제 서비스보다 빠르게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useEffect의 의존성(mode, isLive, retryKey)이 바뀔 때마다 정리 후 다시 연결하는 구조입니다. 재시도 타이머가 중복으로 걸리지 않게 막는 부분도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Chrome 창 두 개를 나란히 두고, 강사 창은 테스트 화면으로 송출하게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시간부터는 영상이 아닌 "소통"을 만듭니다. 7·8회는 2단계 구현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06회차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시청하기: WHEP와 LL-HLS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두 가지 방식으로 방송을 재생하고 지연을 비교합니다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WebRTC(WHEP)로 시청한다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hls.js로 LL-HLS를 재생한다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끊기면 자동으로 다시 연결한다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두 가지 시청 방식 비교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HLS는 어떻게 동작할까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WHEP와 hls.js 코드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자동 재연결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실습: 시청 화면과 지연 실험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두 가지 시청 방식</a:t>
            </a:r>
            <a:endParaRPr lang="ko-KR" altLang="en-US" sz="3200" dirty="0"/>
          </a:p>
        </p:txBody>
      </p:sp>
      <p:graphicFrame>
        <p:nvGraphicFramePr>
          <p:cNvPr id="4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61688"/>
                <a:gridCol w="4352544"/>
              </a:tblGrid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WebRTC (WHEP)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LL-HLS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지연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1초 미만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2~4초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원리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시청자마다 실시간 연결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작은 파일 조각을 내려받기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서버 부담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시청자 수만큼 커진다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일반 웹 서버·CDN으로 분산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어울리는 수업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소규모 · 질문이 많은 수업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대규모 · 듣기 위주 특강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9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정답은 없다. 수업 규모와 상호작용 정도로 고른다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HLS는 이렇게 동작한다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조각내기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영상을 1초짜리 조각(세그먼트)으로 자른다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3134792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3418256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46856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목록 만들기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46856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index.m3u8 에 조각 이름을 적는다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6004408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6287872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6472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16472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목록 다시 읽기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16472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플레이어가 목록을 계속 새로 받는다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8874023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9157487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6087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6087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조각 재생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386087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새 조각을 받아 이어 붙여 재생</a:t>
            </a:r>
            <a:endParaRPr lang="ko-KR" altLang="en-US" sz="1400" dirty="0"/>
          </a:p>
        </p:txBody>
      </p:sp>
      <p:sp>
        <p:nvSpPr>
          <p:cNvPr id="26" name="key-box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7" name="key-dot"/>
          <p:cNvSpPr/>
          <p:nvPr/>
        </p:nvSpPr>
        <p:spPr>
          <a:xfrm>
            <a:off x="777240" y="52578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key-text"/>
          <p:cNvSpPr txBox="1"/>
          <p:nvPr/>
        </p:nvSpPr>
        <p:spPr>
          <a:xfrm>
            <a:off x="100584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LL-HLS = 조각을 200ms 단위로 쪼개 먼저 보내서 지연을 2~4초로 줄인 HLS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WHEP로 시청하기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송출과 반대로 "받기만" 하는 채널을 연다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서버에서 트랙이 도착하면 스트림에 담는다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SDP 교환은 송출 때 만든 negotiate 를 그대로 쓴다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apps/web/src/lib/whep.ts (요약)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pc = new RTCPeerConnection();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stream = new MediaStream();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받기만 하는 채널 두 개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pc.addTransceiver('video', { direction: 'recvonly' 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pc.addTransceiver('audio', { direction: 'recvonly' 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트랙이 도착하면 스트림에 담는다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pc.addEventListener('track', (e) =&gt; stream.addTrack(e.track));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negotiate(pc, whepUrl);   // 송출 때와 같은 함수!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video.srcObject = stream;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hls.js로 LL-HLS 재생하기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Chrome은 HLS를 직접 못 읽어서 hls.js가 대신 처리한다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Safari는 기본 지원하므로 video.src 로 충분하다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hls.latency 로 현재 지연(초)을 잴 수 있다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apps/web/src/pages/WatchPage.tsx (요약)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Hls from 'hls.js';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(Hls.isSupported())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hls = new Hls({ lowLatencyMode: true 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hls.loadSource(hlsUrl);         // .../index.m3u8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hls.attachMedia(video);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hls.on(Hls.Events.ERROR, (_e, data) =&gt;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(data.fatal) retryLater();  // 3초 뒤 다시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setInterval(() =&gt; console.log(hls.latency), 1000);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(video.canPlayType('application/vnd.apple.mpegurl'))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video.src = hlsUrl;              // Safari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직접 재 본 지연 시간</a:t>
            </a:r>
            <a:endParaRPr lang="ko-KR" altLang="en-US" sz="3200" dirty="0"/>
          </a:p>
        </p:txBody>
      </p:sp>
      <p:sp>
        <p:nvSpPr>
          <p:cNvPr id="7" name="stat-1"/>
          <p:cNvSpPr/>
          <p:nvPr/>
        </p:nvSpPr>
        <p:spPr>
          <a:xfrm>
            <a:off x="548640" y="17830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0.1초 미만</a:t>
            </a:r>
            <a:endParaRPr lang="ko-KR" alt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WebRTC</a:t>
            </a:r>
            <a:endParaRPr lang="ko-KR" alt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490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2"/>
                </a:solidFill>
              </a:rPr>
              <a:t>같은 PC에서 측정. 인터넷을 거치면 0.2~0.5초</a:t>
            </a:r>
            <a:endParaRPr lang="ko-KR" altLang="en-US" sz="1400" dirty="0"/>
          </a:p>
        </p:txBody>
      </p:sp>
      <p:sp>
        <p:nvSpPr>
          <p:cNvPr id="11" name="stat-2"/>
          <p:cNvSpPr/>
          <p:nvPr/>
        </p:nvSpPr>
        <p:spPr>
          <a:xfrm>
            <a:off x="4338218" y="17830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2538" y="2103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1.1~1.7초</a:t>
            </a:r>
            <a:endParaRPr lang="ko-KR" alt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LL-HLS</a:t>
            </a:r>
            <a:endParaRPr lang="ko-KR" alt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12538" y="37490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조각 1초 · 부분 200ms 설정</a:t>
            </a:r>
            <a:endParaRPr lang="ko-KR" altLang="en-US" sz="1400" dirty="0"/>
          </a:p>
        </p:txBody>
      </p:sp>
      <p:sp>
        <p:nvSpPr>
          <p:cNvPr id="15" name="stat-3"/>
          <p:cNvSpPr/>
          <p:nvPr/>
        </p:nvSpPr>
        <p:spPr>
          <a:xfrm>
            <a:off x="8127797" y="17830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02117" y="21031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6초 이상</a:t>
            </a:r>
            <a:endParaRPr lang="ko-KR" alt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402117" y="3246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일반 HLS (참고)</a:t>
            </a:r>
            <a:endParaRPr lang="ko-KR" alt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402117" y="37490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조각을 다 만든 뒤에야 보낸다</a:t>
            </a:r>
            <a:endParaRPr lang="ko-KR" altLang="en-US" sz="1400" dirty="0"/>
          </a:p>
        </p:txBody>
      </p:sp>
      <p:sp>
        <p:nvSpPr>
          <p:cNvPr id="19" name="key-box"/>
          <p:cNvSpPr/>
          <p:nvPr/>
        </p:nvSpPr>
        <p:spPr>
          <a:xfrm>
            <a:off x="548640" y="52578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0" name="key-dot"/>
          <p:cNvSpPr/>
          <p:nvPr/>
        </p:nvSpPr>
        <p:spPr>
          <a:xfrm>
            <a:off x="777240" y="54864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key-text"/>
          <p:cNvSpPr txBox="1"/>
          <p:nvPr/>
        </p:nvSpPr>
        <p:spPr>
          <a:xfrm>
            <a:off x="1005840" y="52578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측정 방법: 테스트 화면 속 시계 − 시청 화면의 현재 시각 = 지연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자동 재연결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상태 확인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3초마다 방송 중인지 API에 묻는다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3134792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3418256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46856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연결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46856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방송 중이면 선택한 방식으로 재생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6004408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6287872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6472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16472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끊김 감지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16472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failed · 오류가 나면 정리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8874023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9157487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6087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6087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3초 뒤 재시도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386087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강사가 다시 시작하면 새로고침 없이 이어진다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실습: 시청 화면과 지연 실험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whep.ts 를 작성하고 WebRTC 로 재생한다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hls.js 로 LL-HLS 재생을 추가한다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방식 전환 버튼을 만든다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강의 종료 → 재시작 시 자동 재연결을 확인한다</a:t>
            </a:r>
            <a:endParaRPr lang="ko-KR" altLang="en-US" sz="1600" dirty="0"/>
          </a:p>
        </p:txBody>
      </p:sp>
      <p:sp>
        <p:nvSpPr>
          <p:cNvPr id="19" name="num-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014216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두 방식의 지연을 각각 5번 잰다</a:t>
            </a:r>
            <a:endParaRPr lang="ko-KR" altLang="en-US" sz="1600" dirty="0"/>
          </a:p>
        </p:txBody>
      </p:sp>
      <p:sp>
        <p:nvSpPr>
          <p:cNvPr id="22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두 방식 모두 영상이 나온다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전환 버튼으로 바로 바뀐다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새로고침 없이 재연결된다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지연 측정표를 완성했다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1613916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06회차 · 시청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WHEP는 송출의 반대: recvonly 채널 + 같은 negotiate 함수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HLS는 조각 파일 목록을 계속 받아 재생, LL-HLS는 더 잘게 쪼갠다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방송 상태를 보고 연결하고, 끊기면 정리 후 다시 시도한다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WHEP와 WHIP 코드에서 다른 부분은?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LL-HLS가 일반 HLS보다 빠른 이유는?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재시도 타이머가 중복으로 걸리면 어떤 문제가 생길까?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지연 측정 결과를 그래프로 그리고, "어떤 수업에 어떤 방식이 맞는지" 한 문단으로 쓰기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6회차 시청하기: WHEP와 LL-HLS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2026-10-10T06:35:49Z</dcterms:created>
  <dcterms:modified xsi:type="dcterms:W3CDTF">2026-10-10T06:35:49Z</dcterms:modified>
</cp:coreProperties>
</file>